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1229" r:id="rId5"/>
    <p:sldId id="124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Sheridan" userId="c75df24d-1a43-40c4-a8e8-0c3425445bdc" providerId="ADAL" clId="{188D85A3-3FE2-479E-86CF-DE3ED37C280F}"/>
    <pc:docChg chg="undo custSel addSld delSld">
      <pc:chgData name="Scott Sheridan" userId="c75df24d-1a43-40c4-a8e8-0c3425445bdc" providerId="ADAL" clId="{188D85A3-3FE2-479E-86CF-DE3ED37C280F}" dt="2025-02-03T20:36:51.278" v="6" actId="47"/>
      <pc:docMkLst>
        <pc:docMk/>
      </pc:docMkLst>
      <pc:sldChg chg="add del">
        <pc:chgData name="Scott Sheridan" userId="c75df24d-1a43-40c4-a8e8-0c3425445bdc" providerId="ADAL" clId="{188D85A3-3FE2-479E-86CF-DE3ED37C280F}" dt="2025-02-03T20:36:51.278" v="6" actId="47"/>
        <pc:sldMkLst>
          <pc:docMk/>
          <pc:sldMk cId="4088684534" sldId="828"/>
        </pc:sldMkLst>
      </pc:sldChg>
      <pc:sldChg chg="del">
        <pc:chgData name="Scott Sheridan" userId="c75df24d-1a43-40c4-a8e8-0c3425445bdc" providerId="ADAL" clId="{188D85A3-3FE2-479E-86CF-DE3ED37C280F}" dt="2025-02-03T20:36:43.777" v="3" actId="47"/>
        <pc:sldMkLst>
          <pc:docMk/>
          <pc:sldMk cId="3943583118" sldId="1107"/>
        </pc:sldMkLst>
      </pc:sldChg>
      <pc:sldChg chg="del">
        <pc:chgData name="Scott Sheridan" userId="c75df24d-1a43-40c4-a8e8-0c3425445bdc" providerId="ADAL" clId="{188D85A3-3FE2-479E-86CF-DE3ED37C280F}" dt="2025-02-03T20:36:37.846" v="0" actId="47"/>
        <pc:sldMkLst>
          <pc:docMk/>
          <pc:sldMk cId="1878376985" sldId="1137"/>
        </pc:sldMkLst>
      </pc:sldChg>
      <pc:sldChg chg="del">
        <pc:chgData name="Scott Sheridan" userId="c75df24d-1a43-40c4-a8e8-0c3425445bdc" providerId="ADAL" clId="{188D85A3-3FE2-479E-86CF-DE3ED37C280F}" dt="2025-02-03T20:36:38.858" v="1" actId="47"/>
        <pc:sldMkLst>
          <pc:docMk/>
          <pc:sldMk cId="737815441" sldId="1230"/>
        </pc:sldMkLst>
      </pc:sldChg>
      <pc:sldChg chg="del">
        <pc:chgData name="Scott Sheridan" userId="c75df24d-1a43-40c4-a8e8-0c3425445bdc" providerId="ADAL" clId="{188D85A3-3FE2-479E-86CF-DE3ED37C280F}" dt="2025-02-03T20:36:41.158" v="2" actId="47"/>
        <pc:sldMkLst>
          <pc:docMk/>
          <pc:sldMk cId="4094113106" sldId="12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0D25E-472F-4233-AEF3-8BA70671C58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87ACE-3684-45AA-93B7-7FCC43C1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9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914400"/>
            <a:ext cx="11582400" cy="2514600"/>
            <a:chOff x="0" y="576"/>
            <a:chExt cx="5472" cy="1584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1800" b="0"/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>
                <a:gd name="T0" fmla="*/ 0 w 1000"/>
                <a:gd name="T1" fmla="*/ 55 h 1000"/>
                <a:gd name="T2" fmla="*/ 0 w 1000"/>
                <a:gd name="T3" fmla="*/ 55 h 1000"/>
                <a:gd name="T4" fmla="*/ 0 w 1000"/>
                <a:gd name="T5" fmla="*/ 0 h 1000"/>
                <a:gd name="T6" fmla="*/ 0 w 1000"/>
                <a:gd name="T7" fmla="*/ 0 h 1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9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>
                <a:gd name="T0" fmla="*/ 0 w 1000"/>
                <a:gd name="T1" fmla="*/ 0 h 1000"/>
                <a:gd name="T2" fmla="*/ 0 w 1000"/>
                <a:gd name="T3" fmla="*/ 0 h 1000"/>
                <a:gd name="T4" fmla="*/ 0 w 1000"/>
                <a:gd name="T5" fmla="*/ 9 h 1000"/>
                <a:gd name="T6" fmla="*/ 0 w 1000"/>
                <a:gd name="T7" fmla="*/ 9 h 1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3000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048000" y="3581400"/>
            <a:ext cx="7518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00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117600" y="1443038"/>
            <a:ext cx="9448800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A4C51B-1F54-42DF-8CBC-5D9690D1B5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779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8D77C-8BF9-4912-AA6A-D0097FAAF8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393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F2FF2-1301-4507-BD28-8CA0255AB5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05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5767" y="1981200"/>
            <a:ext cx="500591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4885" y="1981200"/>
            <a:ext cx="5005916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D6250-B06A-4744-BBA2-AD8490B8A0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38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CC3319-05D2-4F44-B483-421785214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523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03CBD-E3BF-4890-BAAF-459A1613F4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94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9E5E5-E3E9-472B-A3E8-5D5C739A29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3693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9E549-6A05-41B1-84EF-71F588CD55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48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9C0D2-A92A-4831-9556-5ACD336E9F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34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B129A-D1C9-4E80-B8A5-05FCFF9E17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747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21752" y="96838"/>
            <a:ext cx="2559049" cy="5999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42484" y="96838"/>
            <a:ext cx="7476067" cy="5999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4D9466-2BE8-4AEE-AF57-8F4DFEC128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037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485" y="96839"/>
            <a:ext cx="9544049" cy="1412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65767" y="1981200"/>
            <a:ext cx="500591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474885" y="1981200"/>
            <a:ext cx="5005916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474885" y="4114800"/>
            <a:ext cx="5005916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C345F-E50F-4CDA-A670-5D740CC283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963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1377950"/>
            <a:ext cx="284480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930400" y="1377950"/>
            <a:ext cx="9652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242485" y="96839"/>
            <a:ext cx="9544049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5768" y="1981200"/>
            <a:ext cx="1021503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9901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61533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901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90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8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/>
            </a:lvl1pPr>
          </a:lstStyle>
          <a:p>
            <a:pPr>
              <a:defRPr/>
            </a:pPr>
            <a:fld id="{472732F5-EE03-4FB7-83B2-74732FB058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3" name="Freeform 9"/>
          <p:cNvSpPr>
            <a:spLocks noChangeArrowheads="1"/>
          </p:cNvSpPr>
          <p:nvPr/>
        </p:nvSpPr>
        <p:spPr bwMode="auto">
          <a:xfrm>
            <a:off x="1117600" y="561975"/>
            <a:ext cx="203200" cy="1066800"/>
          </a:xfrm>
          <a:custGeom>
            <a:avLst/>
            <a:gdLst>
              <a:gd name="T0" fmla="*/ 2147483646 w 1000"/>
              <a:gd name="T1" fmla="*/ 2147483646 h 1000"/>
              <a:gd name="T2" fmla="*/ 0 w 1000"/>
              <a:gd name="T3" fmla="*/ 2147483646 h 1000"/>
              <a:gd name="T4" fmla="*/ 0 w 1000"/>
              <a:gd name="T5" fmla="*/ 0 h 1000"/>
              <a:gd name="T6" fmla="*/ 2147483646 w 1000"/>
              <a:gd name="T7" fmla="*/ 0 h 1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4" name="Freeform 10"/>
          <p:cNvSpPr>
            <a:spLocks noChangeArrowheads="1"/>
          </p:cNvSpPr>
          <p:nvPr/>
        </p:nvSpPr>
        <p:spPr bwMode="auto">
          <a:xfrm>
            <a:off x="11017251" y="269875"/>
            <a:ext cx="203200" cy="107315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059" name="Rectangle 11"/>
          <p:cNvSpPr>
            <a:spLocks noChangeArrowheads="1"/>
          </p:cNvSpPr>
          <p:nvPr userDrawn="1"/>
        </p:nvSpPr>
        <p:spPr bwMode="auto">
          <a:xfrm rot="5400000">
            <a:off x="-3297766" y="3295650"/>
            <a:ext cx="6896100" cy="304801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3025" tIns="36512" rIns="73025" bIns="36512" anchor="ctr"/>
          <a:lstStyle>
            <a:lvl1pPr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1600"/>
          </a:p>
        </p:txBody>
      </p:sp>
    </p:spTree>
    <p:extLst>
      <p:ext uri="{BB962C8B-B14F-4D97-AF65-F5344CB8AC3E}">
        <p14:creationId xmlns:p14="http://schemas.microsoft.com/office/powerpoint/2010/main" val="378077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800">
          <a:solidFill>
            <a:schemeClr val="tx1"/>
          </a:solidFill>
          <a:latin typeface="+mn-lt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>
          <a:solidFill>
            <a:schemeClr val="tx1"/>
          </a:solidFill>
          <a:latin typeface="+mn-lt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478E-17EB-0895-D85A-31B399CE1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Attempt #4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869EE-5B3E-59B4-888D-6755B6116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2-agent system that will create Python code where users enter a list of ticker symbols separated by commas in a string and the code returns the intrinsic value for each ticker using the user defined function provided (on the previous slide).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4A848-70E2-F31C-E1CE-3BB132EDB4C2}"/>
              </a:ext>
            </a:extLst>
          </p:cNvPr>
          <p:cNvSpPr txBox="1"/>
          <p:nvPr/>
        </p:nvSpPr>
        <p:spPr>
          <a:xfrm>
            <a:off x="2002536" y="5367157"/>
            <a:ext cx="8196072" cy="8507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rIns="0" rtlCol="0">
            <a:no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Upload a Word document containing the Python code that your AI team generates (not your prompts)</a:t>
            </a:r>
          </a:p>
        </p:txBody>
      </p:sp>
    </p:spTree>
    <p:extLst>
      <p:ext uri="{BB962C8B-B14F-4D97-AF65-F5344CB8AC3E}">
        <p14:creationId xmlns:p14="http://schemas.microsoft.com/office/powerpoint/2010/main" val="80760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CC14-C0F1-8A0C-8C24-11CC5699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 generated the following Python function to compute intrinsic value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23FDE7F-DE08-DA38-B53C-55A339EE9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513" y="2274888"/>
          <a:ext cx="12650860" cy="422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dpad Document" r:id="rId2" imgW="5479941" imgH="1828800" progId="WordPad.Document.1">
                  <p:embed/>
                </p:oleObj>
              </mc:Choice>
              <mc:Fallback>
                <p:oleObj name="Wordpad Document" r:id="rId2" imgW="5479941" imgH="1828800" progId="WordPad.Document.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23FDE7F-DE08-DA38-B53C-55A339EE90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8513" y="2274888"/>
                        <a:ext cx="12650860" cy="422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477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Axis">
  <a:themeElements>
    <a:clrScheme name="1_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1_Ax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5AD160FB890E48926A15F7CC911D14" ma:contentTypeVersion="18" ma:contentTypeDescription="Create a new document." ma:contentTypeScope="" ma:versionID="d29a0e054b1e293eff2ad21555b53387">
  <xsd:schema xmlns:xsd="http://www.w3.org/2001/XMLSchema" xmlns:xs="http://www.w3.org/2001/XMLSchema" xmlns:p="http://schemas.microsoft.com/office/2006/metadata/properties" xmlns:ns2="80eaa669-cc2a-46d7-acc9-5d61629bd5e3" xmlns:ns3="ef27b10b-5c76-404c-96bf-08d9b6ad06e3" targetNamespace="http://schemas.microsoft.com/office/2006/metadata/properties" ma:root="true" ma:fieldsID="39235d2fd0a674ceb275ce94ed4f5fed" ns2:_="" ns3:_="">
    <xsd:import namespace="80eaa669-cc2a-46d7-acc9-5d61629bd5e3"/>
    <xsd:import namespace="ef27b10b-5c76-404c-96bf-08d9b6ad0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eaa669-cc2a-46d7-acc9-5d61629bd5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febfc9b-23e9-475f-892e-1eca44aac4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7b10b-5c76-404c-96bf-08d9b6ad06e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18bdcb6-f360-4c9a-88c8-afd03148a074}" ma:internalName="TaxCatchAll" ma:showField="CatchAllData" ma:web="ef27b10b-5c76-404c-96bf-08d9b6ad06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80eaa669-cc2a-46d7-acc9-5d61629bd5e3" xsi:nil="true"/>
    <TaxCatchAll xmlns="ef27b10b-5c76-404c-96bf-08d9b6ad06e3" xsi:nil="true"/>
    <lcf76f155ced4ddcb4097134ff3c332f xmlns="80eaa669-cc2a-46d7-acc9-5d61629bd5e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42AE0B-0D29-4E8D-8CA7-F4C93C5620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eaa669-cc2a-46d7-acc9-5d61629bd5e3"/>
    <ds:schemaRef ds:uri="ef27b10b-5c76-404c-96bf-08d9b6ad06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8A6F04-045B-406D-AB83-E9D4A3C578A3}">
  <ds:schemaRefs>
    <ds:schemaRef ds:uri="http://schemas.microsoft.com/office/2006/metadata/properties"/>
    <ds:schemaRef ds:uri="http://schemas.microsoft.com/office/infopath/2007/PartnerControls"/>
    <ds:schemaRef ds:uri="80eaa669-cc2a-46d7-acc9-5d61629bd5e3"/>
    <ds:schemaRef ds:uri="ef27b10b-5c76-404c-96bf-08d9b6ad06e3"/>
  </ds:schemaRefs>
</ds:datastoreItem>
</file>

<file path=customXml/itemProps3.xml><?xml version="1.0" encoding="utf-8"?>
<ds:datastoreItem xmlns:ds="http://schemas.openxmlformats.org/officeDocument/2006/customXml" ds:itemID="{2879B398-56A7-44CA-9659-F48E7FB1515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77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Times New Roman</vt:lpstr>
      <vt:lpstr>Wingdings</vt:lpstr>
      <vt:lpstr>1_Axis</vt:lpstr>
      <vt:lpstr>Wordpad Document</vt:lpstr>
      <vt:lpstr>Practice Attempt #4</vt:lpstr>
      <vt:lpstr>GPT generated the following Python function to compute intrinsic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Mahar</dc:creator>
  <cp:lastModifiedBy>Steve Mahar</cp:lastModifiedBy>
  <cp:revision>29</cp:revision>
  <dcterms:created xsi:type="dcterms:W3CDTF">2024-10-14T17:26:02Z</dcterms:created>
  <dcterms:modified xsi:type="dcterms:W3CDTF">2025-02-27T16:46:49Z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0x010100005AD160FB890E48926A15F7CC911D14</vt:lpwstr>
  </property>
</Properties>
</file>